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Introdução ao Back-End</a:t>
            </a:r>
            <a:br/>
            <a:r>
              <a:t>com Node.js</a:t>
            </a:r>
          </a:p>
          <a:p>
            <a:pPr algn="l">
              <a:defRPr sz="2000">
                <a:solidFill>
                  <a:srgbClr val="B4BED2"/>
                </a:solidFill>
                <a:latin typeface="Arial"/>
              </a:defRPr>
            </a:pPr>
            <a:r>
              <a:t>Do absoluto zero ao seu primeiro servidor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043"/>
                </a:solidFill>
              </a:defRPr>
            </a:pPr>
            <a:r>
              <a:t>1. O que é o Node.js e sua Origem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Front-End vs Back-End: O Front-End é a tela (visual); o Back-End é o motor (servidor, segurança e dados).</a:t>
            </a:r>
          </a:p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A Prisão do JavaScript: Antigamente, o JavaScript rodava apenas navegadores para interações visuais básicas.</a:t>
            </a:r>
          </a:p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A Libertação (2009): Ryan Dahl extraiu o motor V8 do Google Chrome e permitiu que o JavaScript rodasse direto no computador.</a:t>
            </a:r>
          </a:p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Node.js hoje: Um ambiente de execução rápido e assíncrono para criar sistemas web escaláveis de alta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043"/>
                </a:solidFill>
              </a:defRPr>
            </a:pPr>
            <a:r>
              <a:t>2. O Conceito de Módulos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A analogia do LEGO: Módulos são blocos de código isolados que resolvem problemas específicos e se encaixam.</a:t>
            </a:r>
          </a:p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Por que usar? Organização (evita arquivos gigantes), Isolamento (escopo seguro) e Reutilização de lógica.</a:t>
            </a:r>
          </a:p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Padrão CommonJS: Sistema nativo do Node.js para conectar esses blocos de código.</a:t>
            </a:r>
          </a:p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module.exports: Usado para exportar e tornar funções ou variáveis públicas para o sistema.</a:t>
            </a:r>
          </a:p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require(): Função usada para importar e puxar módulos de outros arquivos para o arquivo atual.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043"/>
                </a:solidFill>
              </a:defRPr>
            </a:pPr>
            <a:r>
              <a:t>3. Os Três Tipos de Módulos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Módulos Locais: Arquivos JavaScript criados por você mesmo dentro do seu projeto (ex: ./matematica.js).</a:t>
            </a:r>
          </a:p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Módulos Nativos (Core): Ferramentas embutidas de fábrica no Node.js. Não precisam de download.</a:t>
            </a:r>
            <a:br/>
            <a:r>
              <a:t>  - Ex: 'fs' (manipular arquivos) e 'http' (criar servidores brutos).</a:t>
            </a:r>
          </a:p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Módulos de Terceiros: Bibliotecas criadas pela comunidade e baixadas via internet.</a:t>
            </a:r>
            <a:br/>
            <a:r>
              <a:t>  - Ex: Framework Express.js.</a:t>
            </a:r>
            <a:br/>
            <a:r>
              <a:t>  - Gerenciados pelo NPM (Node Package Manager).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2043"/>
                </a:solidFill>
              </a:defRPr>
            </a:pPr>
            <a:r>
              <a:t>4. Prática: O Primeiro Servidor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Passo 1: Criar uma pasta no computador e abrir no VS Code.</a:t>
            </a:r>
          </a:p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Passo 2: Criar o arquivo 'index.js' e importar o módulo nativo 'http'.</a:t>
            </a:r>
          </a:p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Passo 3: Usar http.createServer() para gerenciar a Requisição (req) e Resposta (res).</a:t>
            </a:r>
          </a:p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Passo 4: Escutar uma porta de rede (ex: porta 3000) usando o método .listen().</a:t>
            </a:r>
          </a:p>
          <a:p>
            <a:pPr>
              <a:spcAft>
                <a:spcPts val="1400"/>
              </a:spcAft>
              <a:defRPr sz="1600">
                <a:solidFill>
                  <a:srgbClr val="282C34"/>
                </a:solidFill>
              </a:defRPr>
            </a:pPr>
            <a:r>
              <a:t>• Passo 5: Executar o comando 'node index.js' no terminal e testar no navegador.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